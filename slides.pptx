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🩺 Trust-First Triage Desk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FFFFFF"/>
                </a:solidFill>
              </a:rPr>
              <a:t>Verify what </a:t>
            </a:r>
            <a:r>
              <a:rPr b="1" sz="2200">
                <a:solidFill>
                  <a:srgbClr val="FFFFFF"/>
                </a:solidFill>
              </a:rPr>
              <a:t>10,088</a:t>
            </a:r>
            <a:r>
              <a:rPr sz="2200">
                <a:solidFill>
                  <a:srgbClr val="FFFFFF"/>
                </a:solidFill>
              </a:rPr>
              <a:t> Indian healthcare facilities actually claim — with evidence and </a:t>
            </a:r>
            <a:r>
              <a:rPr b="1" sz="2200">
                <a:solidFill>
                  <a:srgbClr val="FFFFFF"/>
                </a:solidFill>
              </a:rPr>
              <a:t>honest uncertainty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D9E4E7"/>
                </a:solidFill>
              </a:rPr>
              <a:t>Databricks × Virtue Foundation Hackathon 2026 · Track 1: Facility Trust Desk</a:t>
            </a:r>
          </a:p>
          <a:p>
            <a:pPr>
              <a:spcBef>
                <a:spcPts val="1000"/>
              </a:spcBef>
            </a:pPr>
            <a:r>
              <a:rPr b="1" sz="1500">
                <a:solidFill>
                  <a:srgbClr val="D9E4E7"/>
                </a:solidFill>
              </a:rPr>
              <a:t>Live app:</a:t>
            </a:r>
            <a:r>
              <a:rPr sz="1500">
                <a:solidFill>
                  <a:srgbClr val="D9E4E7"/>
                </a:solidFill>
              </a:rPr>
              <a:t> trust-first-triage-desk-108684035875991.aws.databricksapps.com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D9E4E7"/>
                </a:solidFill>
              </a:rPr>
              <a:t>Perin Shah (Data Engineer) · Chialing Wei (Data Scientist)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026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The dataset gives </a:t>
            </a:r>
            <a:r>
              <a:rPr b="1" sz="1600">
                <a:solidFill>
                  <a:srgbClr val="142A30"/>
                </a:solidFill>
              </a:rPr>
              <a:t>10,088 facility records</a:t>
            </a:r>
            <a:r>
              <a:rPr sz="1600">
                <a:solidFill>
                  <a:srgbClr val="142A30"/>
                </a:solidFill>
              </a:rPr>
              <a:t> scraped from the open web (Bright Data → GenAI extraction → entity resolution).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The capability, equipment, and procedure fields are </a:t>
            </a:r>
            <a:r>
              <a:rPr b="1" sz="1600">
                <a:solidFill>
                  <a:srgbClr val="142A30"/>
                </a:solidFill>
              </a:rPr>
              <a:t>claims, not verified facts</a:t>
            </a:r>
            <a:r>
              <a:rPr sz="1600">
                <a:solidFill>
                  <a:srgbClr val="142A30"/>
                </a:solidFill>
              </a:rPr>
              <a:t> — coverage ranges 100% → 25%.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A hospital can list "ICU" in free text while its own description says *"ICU cases referred elsewhere."*</a:t>
            </a:r>
          </a:p>
          <a:p>
            <a:pPr>
              <a:spcAft>
                <a:spcPts val="400"/>
              </a:spcAft>
            </a:pPr>
            <a:r>
              <a:rPr b="1" sz="1600" i="1">
                <a:solidFill>
                  <a:srgbClr val="0B2026"/>
                </a:solidFill>
              </a:rPr>
              <a:t>143M</a:t>
            </a:r>
            <a:r>
              <a:rPr sz="1600" i="1">
                <a:solidFill>
                  <a:srgbClr val="0B2026"/>
                </a:solidFill>
              </a:rPr>
              <a:t> people await surgery in LMICs each year · </a:t>
            </a:r>
            <a:r>
              <a:rPr b="1" sz="1600" i="1">
                <a:solidFill>
                  <a:srgbClr val="0B2026"/>
                </a:solidFill>
              </a:rPr>
              <a:t>2.88B</a:t>
            </a:r>
            <a:r>
              <a:rPr sz="1600" i="1">
                <a:solidFill>
                  <a:srgbClr val="0B2026"/>
                </a:solidFill>
              </a:rPr>
              <a:t> DALYs lost to inadequate care.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42A30"/>
                </a:solidFill>
              </a:rPr>
              <a:t>VF Match already shows *where* the deserts are. The unanswered question: *can this facility actually do what it claims?</a:t>
            </a:r>
            <a:r>
              <a:rPr sz="1600">
                <a:solidFill>
                  <a:srgbClr val="142A30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026"/>
                </a:solidFill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42A30"/>
                </a:solidFill>
              </a:rPr>
              <a:t>A </a:t>
            </a:r>
            <a:r>
              <a:rPr b="1" sz="1600">
                <a:solidFill>
                  <a:srgbClr val="142A30"/>
                </a:solidFill>
              </a:rPr>
              <a:t>Databricks App for a non-technical planner</a:t>
            </a:r>
            <a:r>
              <a:rPr sz="1600">
                <a:solidFill>
                  <a:srgbClr val="142A30"/>
                </a:solidFill>
              </a:rPr>
              <a:t>: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Triage view</a:t>
            </a:r>
            <a:r>
              <a:rPr sz="1600">
                <a:solidFill>
                  <a:srgbClr val="142A30"/>
                </a:solidFill>
              </a:rPr>
              <a:t> — pick one of </a:t>
            </a:r>
            <a:r>
              <a:rPr b="1" sz="1600">
                <a:solidFill>
                  <a:srgbClr val="142A30"/>
                </a:solidFill>
              </a:rPr>
              <a:t>12 capabilities</a:t>
            </a:r>
            <a:r>
              <a:rPr sz="1600">
                <a:solidFill>
                  <a:srgbClr val="142A30"/>
                </a:solidFill>
              </a:rPr>
              <a:t> (ICU, NICU, maternity, emergency, oncology, trauma + 6 more), filter by state/city. Facilities ranked by trust and color-coded </a:t>
            </a:r>
            <a:r>
              <a:rPr b="1" sz="1600">
                <a:solidFill>
                  <a:srgbClr val="142A30"/>
                </a:solidFill>
              </a:rPr>
              <a:t>✅ Verified · ⚠️ Unclear · ❌ Contradicted</a:t>
            </a:r>
            <a:r>
              <a:rPr sz="1600">
                <a:solidFill>
                  <a:srgbClr val="142A30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Facility Detail</a:t>
            </a:r>
            <a:r>
              <a:rPr sz="1600">
                <a:solidFill>
                  <a:srgbClr val="142A30"/>
                </a:solidFill>
              </a:rPr>
              <a:t> — exact claim text + every supporting/contradicting snippet from the facility's *own* fields, with a trust gauge.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Operations &amp; access</a:t>
            </a:r>
            <a:r>
              <a:rPr sz="1600">
                <a:solidFill>
                  <a:srgbClr val="142A30"/>
                </a:solidFill>
              </a:rPr>
              <a:t> — 24/7, wheelchair, ambulance, blood bank… and flags </a:t>
            </a:r>
            <a:r>
              <a:rPr b="1" sz="1600">
                <a:solidFill>
                  <a:srgbClr val="142A30"/>
                </a:solidFill>
              </a:rPr>
              <a:t>closed / under-construction</a:t>
            </a:r>
            <a:r>
              <a:rPr sz="1600">
                <a:solidFill>
                  <a:srgbClr val="142A30"/>
                </a:solidFill>
              </a:rPr>
              <a:t> before a planner commits.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Persistent work</a:t>
            </a:r>
            <a:r>
              <a:rPr sz="1600">
                <a:solidFill>
                  <a:srgbClr val="142A30"/>
                </a:solidFill>
              </a:rPr>
              <a:t> — verify / reject / notes saved to </a:t>
            </a:r>
            <a:r>
              <a:rPr b="1" sz="1600">
                <a:solidFill>
                  <a:srgbClr val="142A30"/>
                </a:solidFill>
              </a:rPr>
              <a:t>Lakebase Postgres</a:t>
            </a:r>
            <a:r>
              <a:rPr sz="1600">
                <a:solidFill>
                  <a:srgbClr val="142A30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42A30"/>
                </a:solidFill>
              </a:rPr>
              <a:t>Every badge cites a quoted snippet. We never present weak evidence as fact.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026"/>
                </a:solidFill>
              </a:rPr>
              <a:t>Data foundation — messy source → trustworthy silver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142A30"/>
                </a:solidFill>
              </a:rPr>
              <a:t>Bronze → Silver</a:t>
            </a:r>
            <a:r>
              <a:rPr sz="1600">
                <a:solidFill>
                  <a:srgbClr val="142A30"/>
                </a:solidFill>
              </a:rPr>
              <a:t> medallion, idempotent and re-runnable (notebooks/02_build_silver.py):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Parse</a:t>
            </a:r>
            <a:r>
              <a:rPr sz="1600">
                <a:solidFill>
                  <a:srgbClr val="142A30"/>
                </a:solidFill>
              </a:rPr>
              <a:t> the semi-structured JSON-array strings (capability, equipment, procedure, specialties) → ARRAY with FROM_JSON; TRY_CAST numerics.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Geo-validate</a:t>
            </a:r>
            <a:r>
              <a:rPr sz="1600">
                <a:solidFill>
                  <a:srgbClr val="142A30"/>
                </a:solidFill>
              </a:rPr>
              <a:t> every lat/lng against an India bounding box (6–37° N, 68–98° E) → has_valid_coords. Caught a "Kerala" hospital geocoded to the </a:t>
            </a:r>
            <a:r>
              <a:rPr b="1" sz="1600">
                <a:solidFill>
                  <a:srgbClr val="142A30"/>
                </a:solidFill>
              </a:rPr>
              <a:t>North Atlantic Ocean</a:t>
            </a:r>
            <a:r>
              <a:rPr sz="1600">
                <a:solidFill>
                  <a:srgbClr val="142A30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Resolve state honestly</a:t>
            </a:r>
            <a:r>
              <a:rPr sz="1600">
                <a:solidFill>
                  <a:srgbClr val="142A30"/>
                </a:solidFill>
              </a:rPr>
              <a:t> — address_stateOrRegion sometimes holds a *district*. Pincode lookup overrides it; state_source ∈ {pincode, source, unresolved} records provenance.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Dedup India Post</a:t>
            </a:r>
            <a:r>
              <a:rPr sz="1600">
                <a:solidFill>
                  <a:srgbClr val="142A30"/>
                </a:solidFill>
              </a:rPr>
              <a:t> — 165,627 post offices → </a:t>
            </a:r>
            <a:r>
              <a:rPr b="1" sz="1600">
                <a:solidFill>
                  <a:srgbClr val="142A30"/>
                </a:solidFill>
              </a:rPr>
              <a:t>19,586 pincodes</a:t>
            </a:r>
            <a:r>
              <a:rPr sz="1600">
                <a:solidFill>
                  <a:srgbClr val="142A30"/>
                </a:solidFill>
              </a:rPr>
              <a:t> (Head Office &gt; Post Office &gt; Branch Office).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NFHS-5 cleaning</a:t>
            </a:r>
            <a:r>
              <a:rPr sz="1600">
                <a:solidFill>
                  <a:srgbClr val="142A30"/>
                </a:solidFill>
              </a:rPr>
              <a:t> — * → NULL (suppressed), (29.5) → low-sample flag.</a:t>
            </a:r>
          </a:p>
          <a:p>
            <a:pPr>
              <a:spcBef>
                <a:spcPts val="600"/>
              </a:spcBef>
            </a:pPr>
            <a:r>
              <a:rPr sz="1200" i="1">
                <a:solidFill>
                  <a:srgbClr val="5A5A5A"/>
                </a:solidFill>
              </a:rPr>
              <a:t>Provenance columns (state_source, has_valid_coords) make every cleaned value auditable — the honesty tax that earns trust.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026"/>
                </a:solidFill>
              </a:rPr>
              <a:t>How it works — claim → evidence →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3621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42A30"/>
                </a:solidFill>
              </a:rPr>
              <a:t>Source arrays        Three-tier classifier      Evidence scan         Trust score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42A30"/>
                </a:solidFill>
              </a:rPr>
              <a:t>(capability,    →    1. parse JSON arrays   →   match capability  →   conf, supports,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42A30"/>
                </a:solidFill>
              </a:rPr>
              <a:t>specialties,        2. rules + codes           terms in the          contradicts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42A30"/>
                </a:solidFill>
              </a:rPr>
              <a:t>equipment,          3. LLM fallback            facility's OWN   →    → Verified /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42A30"/>
                </a:solidFill>
              </a:rPr>
              <a:t>description)         (Llama 3.3 70B)           text, ± window         Unclear /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42A30"/>
                </a:solidFill>
              </a:rPr>
              <a:t>polarity              Contradicted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FF3621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FF3621"/>
                </a:solidFill>
                <a:latin typeface="Consolas"/>
              </a:rPr>
              <a:t>trust=max(0,min(1,(conf-0.20)+min(0.30,0.08s)-min(0.80,0.30c)))</a:t>
            </a:r>
          </a:p>
          <a:p>
            <a:pPr>
              <a:spcBef>
                <a:spcPts val="600"/>
              </a:spcBef>
            </a:pPr>
            <a:r>
              <a:rPr sz="1200" i="1">
                <a:solidFill>
                  <a:srgbClr val="5A5A5A"/>
                </a:solidFill>
              </a:rPr>
              <a:t>Base starts *below* extraction confidence — one mention isn't proof. Verified needs trust ≥ 0.75 </a:t>
            </a:r>
            <a:r>
              <a:rPr b="1" sz="1200" i="1">
                <a:solidFill>
                  <a:srgbClr val="5A5A5A"/>
                </a:solidFill>
              </a:rPr>
              <a:t>and</a:t>
            </a:r>
            <a:r>
              <a:rPr sz="1200" i="1">
                <a:solidFill>
                  <a:srgbClr val="5A5A5A"/>
                </a:solidFill>
              </a:rPr>
              <a:t> ≥ 2 corroborations. Any contradiction with s ≤ c → Contradicted.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026"/>
                </a:solidFill>
              </a:rPr>
              <a:t>Honest uncertainty is 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Tightening thresholds moved </a:t>
            </a:r>
            <a:r>
              <a:rPr b="1" sz="1600">
                <a:solidFill>
                  <a:srgbClr val="142A30"/>
                </a:solidFill>
              </a:rPr>
              <a:t>3,000+ facilities from "verified" to "unclear"</a:t>
            </a:r>
            <a:r>
              <a:rPr sz="1600">
                <a:solidFill>
                  <a:srgbClr val="142A30"/>
                </a:solidFill>
              </a:rPr>
              <a:t> — and that's the </a:t>
            </a:r>
            <a:r>
              <a:rPr b="1" sz="1600">
                <a:solidFill>
                  <a:srgbClr val="142A30"/>
                </a:solidFill>
              </a:rPr>
              <a:t>right answer</a:t>
            </a:r>
            <a:r>
              <a:rPr sz="1600">
                <a:solidFill>
                  <a:srgbClr val="142A30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The contradiction detector scans </a:t>
            </a:r>
            <a:r>
              <a:rPr b="1" sz="1600">
                <a:solidFill>
                  <a:srgbClr val="142A30"/>
                </a:solidFill>
              </a:rPr>
              <a:t>both before and after</a:t>
            </a:r>
            <a:r>
              <a:rPr sz="1600">
                <a:solidFill>
                  <a:srgbClr val="142A30"/>
                </a:solidFill>
              </a:rPr>
              <a:t> the mention → catches *"ICU cases referred to NMC Hospital."*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84831"/>
          <a:ext cx="11064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✅ **Verified**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quantified + corroborated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*"22-bed Level II ICU with 11 ventilators"*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⚠️ **Unclear**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claimed via code only, no prose backing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specialty code `criticalCareMedicine`, nothing else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❌ **Contradicted**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denied or not 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*"NICU facility not available"* · *"trauma centre under construction"*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026"/>
                </a:solidFill>
              </a:rPr>
              <a:t>Operations &amp; access — what a planner needs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42A30"/>
                </a:solidFill>
              </a:rPr>
              <a:t>Beyond clinical capability, surfaced live from the facility's own text (each </a:t>
            </a:r>
            <a:r>
              <a:rPr b="1" sz="1600">
                <a:solidFill>
                  <a:srgbClr val="142A30"/>
                </a:solidFill>
              </a:rPr>
              <a:t>cited</a:t>
            </a:r>
            <a:r>
              <a:rPr sz="1600">
                <a:solidFill>
                  <a:srgbClr val="142A30"/>
                </a:solidFill>
              </a:rPr>
              <a:t>):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🕒 Open 24/7 · ♿ Wheelchair / disabled access · 🚑 Ambulance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🩸 Blood bank · 💊 Pharmacy / Jan Aushadhi · 💳 Cashless / Ayushman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🚧 </a:t>
            </a:r>
            <a:r>
              <a:rPr b="1" sz="1600">
                <a:solidFill>
                  <a:srgbClr val="142A30"/>
                </a:solidFill>
              </a:rPr>
              <a:t>Under construction</a:t>
            </a:r>
            <a:r>
              <a:rPr sz="1600">
                <a:solidFill>
                  <a:srgbClr val="142A30"/>
                </a:solidFill>
              </a:rPr>
              <a:t> · ⛔ </a:t>
            </a:r>
            <a:r>
              <a:rPr b="1" sz="1600">
                <a:solidFill>
                  <a:srgbClr val="142A30"/>
                </a:solidFill>
              </a:rPr>
              <a:t>Temporarily closed</a:t>
            </a:r>
            <a:r>
              <a:rPr sz="1600">
                <a:solidFill>
                  <a:srgbClr val="142A30"/>
                </a:solidFill>
              </a:rPr>
              <a:t> (shown as warnings)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42A30"/>
                </a:solidFill>
              </a:rPr>
              <a:t>Sidebar filter</a:t>
            </a:r>
            <a:r>
              <a:rPr sz="1600">
                <a:solidFill>
                  <a:srgbClr val="142A30"/>
                </a:solidFill>
              </a:rPr>
              <a:t> — "Must offer" + "Hide closed / under-construction".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42A30"/>
                </a:solidFill>
              </a:rPr>
              <a:t>Filters on *stated evidence* — absence is never treated as denial.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026"/>
                </a:solidFill>
              </a:rPr>
              <a:t>Evidence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142A30"/>
                </a:solidFill>
              </a:rPr>
              <a:t>20 hand-labeled scenarios</a:t>
            </a:r>
            <a:r>
              <a:rPr sz="1600">
                <a:solidFill>
                  <a:srgbClr val="142A30"/>
                </a:solidFill>
              </a:rPr>
              <a:t> from real Marketplace rows — reproducible, offline, deterministic (python -m eval.run_eval):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A planner is </a:t>
            </a:r>
            <a:r>
              <a:rPr b="1" sz="1600">
                <a:solidFill>
                  <a:srgbClr val="142A30"/>
                </a:solidFill>
              </a:rPr>
              <a:t>never told a denied/under-construction service exists</a:t>
            </a:r>
            <a:r>
              <a:rPr sz="1600">
                <a:solidFill>
                  <a:srgbClr val="142A30"/>
                </a:solidFill>
              </a:rPr>
              <a:t>, and </a:t>
            </a:r>
            <a:r>
              <a:rPr b="1" sz="1600">
                <a:solidFill>
                  <a:srgbClr val="142A30"/>
                </a:solidFill>
              </a:rPr>
              <a:t>never misses one</a:t>
            </a:r>
            <a:r>
              <a:rPr sz="1600">
                <a:solidFill>
                  <a:srgbClr val="142A30"/>
                </a:solidFill>
              </a:rPr>
              <a:t> the text states.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The 3 remaining errors are all in the </a:t>
            </a:r>
            <a:r>
              <a:rPr b="1" sz="1600">
                <a:solidFill>
                  <a:srgbClr val="142A30"/>
                </a:solidFill>
              </a:rPr>
              <a:t>safe direction</a:t>
            </a:r>
            <a:r>
              <a:rPr sz="1600">
                <a:solidFill>
                  <a:srgbClr val="142A30"/>
                </a:solidFill>
              </a:rPr>
              <a:t> (under-claiming, never over-claiming).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95727"/>
          <a:ext cx="11064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**17 / 20 = 85%**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Contradiction **precision**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**100%**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Contradiction **recall**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026"/>
                          </a:solidFill>
                        </a:rPr>
                        <a:t>**100%**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026"/>
                </a:solidFill>
              </a:rPr>
              <a:t>Built on Databricks Free Edition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Medallion Delta</a:t>
            </a:r>
            <a:r>
              <a:rPr sz="1600">
                <a:solidFill>
                  <a:srgbClr val="142A30"/>
                </a:solidFill>
              </a:rPr>
              <a:t> (Bronze → Silver → Gold) on Unity Catalog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Foundation Model API</a:t>
            </a:r>
            <a:r>
              <a:rPr sz="1600">
                <a:solidFill>
                  <a:srgbClr val="142A30"/>
                </a:solidFill>
              </a:rPr>
              <a:t> (Llama 3.3 70B) for the LLM classification tier — no external keys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Lakebase Postgres</a:t>
            </a:r>
            <a:r>
              <a:rPr sz="1600">
                <a:solidFill>
                  <a:srgbClr val="142A30"/>
                </a:solidFill>
              </a:rPr>
              <a:t> (+ pgvector) for persistent planner verifications, notes, shortlists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Databricks Apps + Streamlit</a:t>
            </a:r>
            <a:r>
              <a:rPr sz="1600">
                <a:solidFill>
                  <a:srgbClr val="142A30"/>
                </a:solidFill>
              </a:rPr>
              <a:t> — live URL within 2 hours; push → sync → deploy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Provenance baked into the schema:</a:t>
            </a:r>
            <a:r>
              <a:rPr sz="1600">
                <a:solidFill>
                  <a:srgbClr val="142A30"/>
                </a:solidFill>
              </a:rPr>
              <a:t> state_source, extraction_method, has_valid_coords — *how* each value was derived</a:t>
            </a:r>
          </a:p>
          <a:p>
            <a:pPr>
              <a:spcBef>
                <a:spcPts val="600"/>
              </a:spcBef>
            </a:pPr>
            <a:r>
              <a:rPr sz="1200" i="1">
                <a:solidFill>
                  <a:srgbClr val="5A5A5A"/>
                </a:solidFill>
              </a:rPr>
              <a:t>All on Free Edition — no external keys or paid tiers. See the "Data foundation" slide for the silver-layer cleaning that makes every score auditable.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026"/>
                </a:solidFill>
              </a:rPr>
              <a:t>Impact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Complements VF Match:</a:t>
            </a:r>
            <a:r>
              <a:rPr sz="1600">
                <a:solidFill>
                  <a:srgbClr val="142A30"/>
                </a:solidFill>
              </a:rPr>
              <a:t> discovery (*where*) + verification (*whether*) in one workflow.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District context</a:t>
            </a:r>
            <a:r>
              <a:rPr sz="1600">
                <a:solidFill>
                  <a:srgbClr val="142A30"/>
                </a:solidFill>
              </a:rPr>
              <a:t> (NFHS-5): Jhabua, MP at </a:t>
            </a:r>
            <a:r>
              <a:rPr b="1" sz="1600">
                <a:solidFill>
                  <a:srgbClr val="142A30"/>
                </a:solidFill>
              </a:rPr>
              <a:t>38.6%</a:t>
            </a:r>
            <a:r>
              <a:rPr sz="1600">
                <a:solidFill>
                  <a:srgbClr val="142A30"/>
                </a:solidFill>
              </a:rPr>
              <a:t> women's literacy — find *verified* coverage where burden is highest.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A30"/>
                </a:solidFill>
              </a:rPr>
              <a:t>• </a:t>
            </a:r>
            <a:r>
              <a:rPr b="1" sz="1600">
                <a:solidFill>
                  <a:srgbClr val="142A30"/>
                </a:solidFill>
              </a:rPr>
              <a:t>Unlocks the other tracks:</a:t>
            </a:r>
            <a:r>
              <a:rPr sz="1600">
                <a:solidFill>
                  <a:srgbClr val="142A30"/>
                </a:solidFill>
              </a:rPr>
              <a:t> verified gold_facility_trust makes a Medical Desert Planner and Referral Copilot trustworthy by side effect.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42A30"/>
                </a:solidFill>
              </a:rPr>
              <a:t>Roadmap:</a:t>
            </a:r>
            <a:r>
              <a:rPr sz="1600">
                <a:solidFill>
                  <a:srgbClr val="142A30"/>
                </a:solidFill>
              </a:rPr>
              <a:t> PICU/ICU disambiguation · description-supported boolean · Mosaic AI agent for NL queries · daily Lakeflow refresh with flip-to-contradicted alerts.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900" b="1">
                <a:solidFill>
                  <a:srgbClr val="0B2026"/>
                </a:solidFill>
              </a:rPr>
              <a:t>Verify what facilities actually claim. Trust, with the receipts.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